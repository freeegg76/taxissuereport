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36F2C-841F-6AC0-A066-58C292164E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3FCAA9-8AEA-F2FF-9B74-77D86BAC3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CC4925-F7BE-7853-2186-7AE5BD52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C17B2-B86C-D724-1041-3A4B4634B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0F7D8A-1700-066C-D7EB-858DE58D0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37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8E08A1-0687-5BA3-BC00-FEF442B0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846F1F-800A-DA4B-CF22-FDDDE4D8F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34C4D4-1089-A713-ABEB-B9AFA7A8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ED6AA-F083-474E-66F0-6EFFA45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07375C-7332-67E4-CC5B-5A5F67B91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83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22F65-3E10-0F02-ACA6-32F199C0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85294C-FBB6-58D1-4396-E160A19B3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1B27C-3FF1-3807-98F1-BDE10B00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6CC5A9-FEDD-F788-7BCB-AAE533F6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6470E-9191-E9E0-1500-B5CDDCB3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17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F6B4D-CBC9-2FF2-5281-E99266BB0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2574D-BEEF-4BD6-70E1-7B14FD707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ECB3D4-38DF-ECE7-D9A0-B080FFFAF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D91A80-BD21-D5E0-A6D4-E806BAF1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5268B3-B038-2741-0AD0-E01F0903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7E9EAF-3824-652B-A85C-49C9798C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08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32FD2-2572-D3D6-669F-9B1851BA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1015F8-6A60-FE8C-9DEF-356BA751F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5E1C0-5F91-0551-C48E-66B10EC8E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A25C3A-F09A-73BD-6631-D7F5547AD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2008A2-B644-169C-2916-22CE9DD72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5BB156E-95C6-8826-BDF8-639862FD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E4AC64-3986-1A70-3E1B-A67A8D52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DC2A89-D69F-5558-8457-5185E622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8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13F43-00A4-7881-1D21-35D26FE2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AF9540-8308-6699-EBBF-0F474715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06E101-7452-614F-3BCB-960B821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346FC3-BD38-646B-F118-B5C48655D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44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1CD0FC-9243-8AE4-A215-25AE69D3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3F2FCB-AFDF-DF72-40DB-99CB7EA5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C8056-5BC3-30B5-522D-CFE3DD48A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94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B6C87-8165-FA5A-70CF-EF5E3582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EF9EE1-CB2F-98D2-678F-46765757C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E68541-050A-E1D2-8662-E7F160409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CD787-5BE2-DB81-E410-E5F24197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EE012E-374E-8961-B7F6-F8A94C3A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B64A3B-7357-817B-F19E-F0557076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71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17A2F-2139-306D-8E1A-CF68BFED1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9D218B-F348-F503-9EAC-000C6E2FA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CE5FFF-F115-7E8B-D8CF-0E7D65882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594265-BC0D-B49D-0695-FE0554DE4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0A8F2-C06E-CA8F-58CB-2CCBD1AC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87700C-8B87-A09B-4864-F3A5C0EC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07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172F0-ACE9-0E44-67E6-0520AA26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60CDE1-FC1E-89EE-4094-0820FAF6F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3D27B4-E22E-2807-F4B9-6104A7583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8EBE9-374C-B1E2-5494-32EFF9A9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29FAFA-8479-9ADD-4A0C-E3C44CF9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21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CDEBE1-D683-6740-DDCD-AE960C50E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95E2E2-8367-642E-B716-CA840167F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5EB47F-8994-1990-3966-B8A2064C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A7E7AD-E7BC-E8FE-86A1-38A3D337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F7444-AC41-55A0-93AA-A09F095CF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15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01C69F-889E-01DB-2198-A374A7E21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9183E3-E328-57C1-C2B3-0EE60951C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60E25-3FF9-43C8-47A3-9074B1A2C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AB26B-6B67-4814-B241-AFA67D44C177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3A5735-AD58-D739-5526-43E9CC177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0DDA9E-5C39-701E-ADA8-4BA35C23E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FC450-AF77-4CEE-8E32-4B0EAA00E1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14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5511CCF-C9C2-3568-0A03-7EA110E59032}"/>
              </a:ext>
            </a:extLst>
          </p:cNvPr>
          <p:cNvCxnSpPr/>
          <p:nvPr/>
        </p:nvCxnSpPr>
        <p:spPr>
          <a:xfrm>
            <a:off x="3254477" y="258097"/>
            <a:ext cx="0" cy="6341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F4C4CF-C7BA-C2A3-7DBC-03212E26BA94}"/>
              </a:ext>
            </a:extLst>
          </p:cNvPr>
          <p:cNvSpPr txBox="1"/>
          <p:nvPr/>
        </p:nvSpPr>
        <p:spPr>
          <a:xfrm>
            <a:off x="313039" y="51074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 프로젝트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9DFB2-526A-7BA3-5746-1810646F6B8E}"/>
              </a:ext>
            </a:extLst>
          </p:cNvPr>
          <p:cNvSpPr txBox="1"/>
          <p:nvPr/>
        </p:nvSpPr>
        <p:spPr>
          <a:xfrm>
            <a:off x="313039" y="1083276"/>
            <a:ext cx="87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Search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B93C84-891F-9F77-9545-55CC63B865E3}"/>
              </a:ext>
            </a:extLst>
          </p:cNvPr>
          <p:cNvSpPr txBox="1"/>
          <p:nvPr/>
        </p:nvSpPr>
        <p:spPr>
          <a:xfrm>
            <a:off x="313039" y="2438400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Recent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47964-C944-72B3-1CB3-A49383930E20}"/>
              </a:ext>
            </a:extLst>
          </p:cNvPr>
          <p:cNvSpPr txBox="1"/>
          <p:nvPr/>
        </p:nvSpPr>
        <p:spPr>
          <a:xfrm>
            <a:off x="502509" y="2857041"/>
            <a:ext cx="2603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20260514 </a:t>
            </a:r>
            <a:r>
              <a:rPr lang="ko-KR" altLang="en-US" sz="1400" dirty="0"/>
              <a:t>부당행위 계산 부인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42544-8E83-D7A4-14BE-B6AA13C92A5F}"/>
              </a:ext>
            </a:extLst>
          </p:cNvPr>
          <p:cNvSpPr txBox="1"/>
          <p:nvPr/>
        </p:nvSpPr>
        <p:spPr>
          <a:xfrm>
            <a:off x="502509" y="3214127"/>
            <a:ext cx="2002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20260513 </a:t>
            </a:r>
            <a:r>
              <a:rPr lang="ko-KR" altLang="en-US" sz="1400" dirty="0"/>
              <a:t>양도세 불복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733B3D5-F99D-748B-AA42-B5AF3037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604" y="357273"/>
            <a:ext cx="7278116" cy="4686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14F3C-BC12-7D61-F0CD-EB75C5B1F330}"/>
              </a:ext>
            </a:extLst>
          </p:cNvPr>
          <p:cNvSpPr txBox="1"/>
          <p:nvPr/>
        </p:nvSpPr>
        <p:spPr>
          <a:xfrm>
            <a:off x="326952" y="5977922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Configuration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7901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3C6F-08B8-7B82-3530-66B147A1A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B706F66-9476-6484-87E6-E34590B6ED98}"/>
              </a:ext>
            </a:extLst>
          </p:cNvPr>
          <p:cNvCxnSpPr/>
          <p:nvPr/>
        </p:nvCxnSpPr>
        <p:spPr>
          <a:xfrm>
            <a:off x="3254477" y="258097"/>
            <a:ext cx="0" cy="6341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8E7ED2-D3A5-EFB2-C06C-FD584E01C3F5}"/>
              </a:ext>
            </a:extLst>
          </p:cNvPr>
          <p:cNvSpPr txBox="1"/>
          <p:nvPr/>
        </p:nvSpPr>
        <p:spPr>
          <a:xfrm>
            <a:off x="313039" y="51074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 프로젝트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F8E6F-8908-BFE4-6199-25276EC4CEA3}"/>
              </a:ext>
            </a:extLst>
          </p:cNvPr>
          <p:cNvSpPr txBox="1"/>
          <p:nvPr/>
        </p:nvSpPr>
        <p:spPr>
          <a:xfrm>
            <a:off x="313039" y="1083276"/>
            <a:ext cx="87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Search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8A6FB-B2CB-38CD-A4F4-089B41333E43}"/>
              </a:ext>
            </a:extLst>
          </p:cNvPr>
          <p:cNvSpPr txBox="1"/>
          <p:nvPr/>
        </p:nvSpPr>
        <p:spPr>
          <a:xfrm>
            <a:off x="313039" y="2438400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Recent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574A7-488F-D6D2-DFB8-8DA220A0EBD7}"/>
              </a:ext>
            </a:extLst>
          </p:cNvPr>
          <p:cNvSpPr txBox="1"/>
          <p:nvPr/>
        </p:nvSpPr>
        <p:spPr>
          <a:xfrm>
            <a:off x="502509" y="2857041"/>
            <a:ext cx="2603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20260514 </a:t>
            </a:r>
            <a:r>
              <a:rPr lang="ko-KR" altLang="en-US" sz="1400" dirty="0"/>
              <a:t>부당행위 계산 부인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4C734-D47B-E266-E6C1-5D8798730884}"/>
              </a:ext>
            </a:extLst>
          </p:cNvPr>
          <p:cNvSpPr txBox="1"/>
          <p:nvPr/>
        </p:nvSpPr>
        <p:spPr>
          <a:xfrm>
            <a:off x="502509" y="3214127"/>
            <a:ext cx="2002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20260513 </a:t>
            </a:r>
            <a:r>
              <a:rPr lang="ko-KR" altLang="en-US" sz="1400" dirty="0"/>
              <a:t>양도세 불복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E37C7F-050E-40FD-FFB2-29E2DA9C5987}"/>
              </a:ext>
            </a:extLst>
          </p:cNvPr>
          <p:cNvSpPr/>
          <p:nvPr/>
        </p:nvSpPr>
        <p:spPr>
          <a:xfrm>
            <a:off x="404332" y="1532242"/>
            <a:ext cx="2100648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부당행위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F085420-0075-669F-27D5-A2036F65C88E}"/>
              </a:ext>
            </a:extLst>
          </p:cNvPr>
          <p:cNvSpPr/>
          <p:nvPr/>
        </p:nvSpPr>
        <p:spPr>
          <a:xfrm>
            <a:off x="2591242" y="1532242"/>
            <a:ext cx="457877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OK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BF1A44-4F8D-67FC-7706-9B3A31505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30299"/>
              </p:ext>
            </p:extLst>
          </p:nvPr>
        </p:nvGraphicFramePr>
        <p:xfrm>
          <a:off x="3885514" y="1182613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9783">
                  <a:extLst>
                    <a:ext uri="{9D8B030D-6E8A-4147-A177-3AD203B41FA5}">
                      <a16:colId xmlns:a16="http://schemas.microsoft.com/office/drawing/2014/main" val="965746437"/>
                    </a:ext>
                  </a:extLst>
                </a:gridCol>
                <a:gridCol w="2751438">
                  <a:extLst>
                    <a:ext uri="{9D8B030D-6E8A-4147-A177-3AD203B41FA5}">
                      <a16:colId xmlns:a16="http://schemas.microsoft.com/office/drawing/2014/main" val="587260480"/>
                    </a:ext>
                  </a:extLst>
                </a:gridCol>
                <a:gridCol w="3536779">
                  <a:extLst>
                    <a:ext uri="{9D8B030D-6E8A-4147-A177-3AD203B41FA5}">
                      <a16:colId xmlns:a16="http://schemas.microsoft.com/office/drawing/2014/main" val="1518449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일자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제목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이슈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83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20260514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부당행위 계산 부인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법인의 대표이사가</a:t>
                      </a:r>
                      <a:r>
                        <a:rPr lang="en-US" altLang="ko-KR" dirty="0"/>
                        <a:t>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814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20260301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부당행위 계산 부인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법인의 특수관계인이</a:t>
                      </a:r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5011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0C1066-CBD8-067A-871B-AF79778AA0BE}"/>
              </a:ext>
            </a:extLst>
          </p:cNvPr>
          <p:cNvSpPr txBox="1"/>
          <p:nvPr/>
        </p:nvSpPr>
        <p:spPr>
          <a:xfrm>
            <a:off x="326952" y="5977922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Configuration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761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8418A-E5FA-7E30-2D93-E03144EC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9A5458-C4CF-4D2B-FB0C-1532E4AB86F3}"/>
              </a:ext>
            </a:extLst>
          </p:cNvPr>
          <p:cNvCxnSpPr/>
          <p:nvPr/>
        </p:nvCxnSpPr>
        <p:spPr>
          <a:xfrm>
            <a:off x="3254477" y="258097"/>
            <a:ext cx="0" cy="6341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6E29CFB-3EFA-1001-AE55-D04C347A84D3}"/>
              </a:ext>
            </a:extLst>
          </p:cNvPr>
          <p:cNvSpPr txBox="1"/>
          <p:nvPr/>
        </p:nvSpPr>
        <p:spPr>
          <a:xfrm>
            <a:off x="313039" y="51074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 프로젝트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88FA8-4D0C-5922-9104-BEE6940316A7}"/>
              </a:ext>
            </a:extLst>
          </p:cNvPr>
          <p:cNvSpPr txBox="1"/>
          <p:nvPr/>
        </p:nvSpPr>
        <p:spPr>
          <a:xfrm>
            <a:off x="313039" y="1083276"/>
            <a:ext cx="873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Search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80593-085E-08D2-1251-E9DEC5D8B545}"/>
              </a:ext>
            </a:extLst>
          </p:cNvPr>
          <p:cNvSpPr txBox="1"/>
          <p:nvPr/>
        </p:nvSpPr>
        <p:spPr>
          <a:xfrm>
            <a:off x="313039" y="2438400"/>
            <a:ext cx="887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Recent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46E7A-879B-3ECF-9608-B2A5D09EE719}"/>
              </a:ext>
            </a:extLst>
          </p:cNvPr>
          <p:cNvSpPr txBox="1"/>
          <p:nvPr/>
        </p:nvSpPr>
        <p:spPr>
          <a:xfrm>
            <a:off x="502509" y="2857041"/>
            <a:ext cx="2603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20260514 </a:t>
            </a:r>
            <a:r>
              <a:rPr lang="ko-KR" altLang="en-US" sz="1400" dirty="0"/>
              <a:t>부당행위 계산 부인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A24C3-C908-BBA3-371A-679360482505}"/>
              </a:ext>
            </a:extLst>
          </p:cNvPr>
          <p:cNvSpPr txBox="1"/>
          <p:nvPr/>
        </p:nvSpPr>
        <p:spPr>
          <a:xfrm>
            <a:off x="502509" y="3214127"/>
            <a:ext cx="2002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20260513 </a:t>
            </a:r>
            <a:r>
              <a:rPr lang="ko-KR" altLang="en-US" sz="1400" dirty="0"/>
              <a:t>양도세 불복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467ECEA-369D-5CA3-1257-8CE8A99F7A0F}"/>
              </a:ext>
            </a:extLst>
          </p:cNvPr>
          <p:cNvSpPr/>
          <p:nvPr/>
        </p:nvSpPr>
        <p:spPr>
          <a:xfrm>
            <a:off x="404332" y="1532242"/>
            <a:ext cx="2100648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부당행위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5F420C-5C9B-6D2B-9ADA-57731104B924}"/>
              </a:ext>
            </a:extLst>
          </p:cNvPr>
          <p:cNvSpPr/>
          <p:nvPr/>
        </p:nvSpPr>
        <p:spPr>
          <a:xfrm>
            <a:off x="2591242" y="1532242"/>
            <a:ext cx="457877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OK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0037B-805C-A264-6384-5ABA7A005D6D}"/>
              </a:ext>
            </a:extLst>
          </p:cNvPr>
          <p:cNvSpPr txBox="1"/>
          <p:nvPr/>
        </p:nvSpPr>
        <p:spPr>
          <a:xfrm>
            <a:off x="326952" y="5977922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Configuration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02807-FD49-9068-2E5A-33AF50EF2116}"/>
              </a:ext>
            </a:extLst>
          </p:cNvPr>
          <p:cNvSpPr txBox="1"/>
          <p:nvPr/>
        </p:nvSpPr>
        <p:spPr>
          <a:xfrm>
            <a:off x="3834714" y="1016569"/>
            <a:ext cx="1257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LLM Provider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3A2531-0C5E-F73B-4BFC-099B04D144F6}"/>
              </a:ext>
            </a:extLst>
          </p:cNvPr>
          <p:cNvSpPr/>
          <p:nvPr/>
        </p:nvSpPr>
        <p:spPr>
          <a:xfrm>
            <a:off x="3855604" y="1452608"/>
            <a:ext cx="2100648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89B1F5-9958-311C-75A6-303C82869DE5}"/>
              </a:ext>
            </a:extLst>
          </p:cNvPr>
          <p:cNvSpPr/>
          <p:nvPr/>
        </p:nvSpPr>
        <p:spPr>
          <a:xfrm>
            <a:off x="5956252" y="1452608"/>
            <a:ext cx="457877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3325A5E-69C0-A713-5DBD-E764B62B23DC}"/>
              </a:ext>
            </a:extLst>
          </p:cNvPr>
          <p:cNvSpPr/>
          <p:nvPr/>
        </p:nvSpPr>
        <p:spPr>
          <a:xfrm>
            <a:off x="3855604" y="1865870"/>
            <a:ext cx="2100648" cy="7702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43765A-3942-A890-0AFF-306725F71B05}"/>
              </a:ext>
            </a:extLst>
          </p:cNvPr>
          <p:cNvSpPr txBox="1"/>
          <p:nvPr/>
        </p:nvSpPr>
        <p:spPr>
          <a:xfrm>
            <a:off x="3903399" y="1909800"/>
            <a:ext cx="1607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Anthropic</a:t>
            </a:r>
          </a:p>
          <a:p>
            <a:r>
              <a:rPr lang="en-US" altLang="ko-KR" dirty="0"/>
              <a:t>Gemini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D33FA5-D0A8-FD81-241A-7D8E67117A52}"/>
              </a:ext>
            </a:extLst>
          </p:cNvPr>
          <p:cNvSpPr/>
          <p:nvPr/>
        </p:nvSpPr>
        <p:spPr>
          <a:xfrm>
            <a:off x="8234015" y="1448485"/>
            <a:ext cx="2100648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1C118C-0B64-A58B-1F26-1E177708840F}"/>
              </a:ext>
            </a:extLst>
          </p:cNvPr>
          <p:cNvSpPr txBox="1"/>
          <p:nvPr/>
        </p:nvSpPr>
        <p:spPr>
          <a:xfrm>
            <a:off x="8155460" y="1083276"/>
            <a:ext cx="872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LLM Key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805080C-07B1-004B-933C-C282A9FEC01D}"/>
              </a:ext>
            </a:extLst>
          </p:cNvPr>
          <p:cNvSpPr/>
          <p:nvPr/>
        </p:nvSpPr>
        <p:spPr>
          <a:xfrm>
            <a:off x="8234015" y="2329481"/>
            <a:ext cx="2100648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gemini-2.5-flash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85B6D7-5F91-C4D6-8D9F-C1781E5F6C27}"/>
              </a:ext>
            </a:extLst>
          </p:cNvPr>
          <p:cNvSpPr txBox="1"/>
          <p:nvPr/>
        </p:nvSpPr>
        <p:spPr>
          <a:xfrm>
            <a:off x="8234015" y="1988182"/>
            <a:ext cx="1106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LLM Model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262E37-948D-B548-1F03-A0F1D4C2E5FC}"/>
              </a:ext>
            </a:extLst>
          </p:cNvPr>
          <p:cNvSpPr txBox="1"/>
          <p:nvPr/>
        </p:nvSpPr>
        <p:spPr>
          <a:xfrm>
            <a:off x="3834714" y="3164818"/>
            <a:ext cx="2463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LAW_API_KEY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B7C0BC-45F7-962D-02FF-05D473FC2B8F}"/>
              </a:ext>
            </a:extLst>
          </p:cNvPr>
          <p:cNvSpPr/>
          <p:nvPr/>
        </p:nvSpPr>
        <p:spPr>
          <a:xfrm>
            <a:off x="3936136" y="3624822"/>
            <a:ext cx="2100648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75335D6-7A6D-D451-C869-28B3DFDA6A9B}"/>
              </a:ext>
            </a:extLst>
          </p:cNvPr>
          <p:cNvSpPr/>
          <p:nvPr/>
        </p:nvSpPr>
        <p:spPr>
          <a:xfrm>
            <a:off x="3982622" y="5198761"/>
            <a:ext cx="457877" cy="4132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OK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552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</Words>
  <Application>Microsoft Office PowerPoint</Application>
  <PresentationFormat>와이드스크린</PresentationFormat>
  <Paragraphs>40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Kang</dc:creator>
  <cp:lastModifiedBy>Allan Kang</cp:lastModifiedBy>
  <cp:revision>2</cp:revision>
  <dcterms:created xsi:type="dcterms:W3CDTF">2026-05-14T12:02:54Z</dcterms:created>
  <dcterms:modified xsi:type="dcterms:W3CDTF">2026-05-14T12:34:08Z</dcterms:modified>
</cp:coreProperties>
</file>